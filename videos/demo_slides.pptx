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410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ceol-gpt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D7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transformer that writes Irish folk tunes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00" dirty="0">
                <a:solidFill>
                  <a:srgbClr val="9FB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McKnight  ·  CS 372  ·  Spring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 notation: text in, sheet music out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798064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C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NOTATION (TEXT)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X:1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T:The Kesh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M:6/8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L:1/8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K:Gmaj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|:G3 GAB|A3 ABd|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edd gdd|edB dBA|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G3 GAB|A3 ABd|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edB dBA|G3 G3:|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32501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5C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160520" y="1051560"/>
            <a:ext cx="4526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77059" y="1188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C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SHEET MUSIC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57800" y="1645920"/>
            <a:ext cx="3246120" cy="2560320"/>
          </a:xfrm>
          <a:prstGeom prst="rect">
            <a:avLst/>
          </a:prstGeom>
          <a:solidFill>
            <a:srgbClr val="F5F2E8"/>
          </a:solidFill>
          <a:ln w="12700">
            <a:solidFill>
              <a:srgbClr val="C9C4B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800" y="1645920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screenshot of the rendered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here — abcjs.net/abcjs-editor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tune, two representations. The model reads and writes the left.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DC427D-9C60-A71F-4DD7-43885EBFD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088" y="1577340"/>
            <a:ext cx="4170304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interesting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77240" cy="7772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91640" y="1097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models for structured creative domains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91640" y="15270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chat or images — symbolic music has its own grammar to learn.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777240" cy="7772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9164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oral tradition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91640" y="27157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has always been part of Irish music. New tunes enter the repertoire constantly.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777240" cy="777240"/>
          </a:xfrm>
          <a:prstGeom prst="ellipse">
            <a:avLst/>
          </a:prstGeom>
          <a:solidFill>
            <a:srgbClr val="1F4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91640" y="3474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 for musicians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91640" y="39044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tune type and a key, get a starting point you can take to the session.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  ·  what still fumbles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5C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 the right key and meter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length and bar structure feel right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515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cadences (turning on the dominant)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8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playable on a real instrument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FUMBLES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5780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coherence — B parts can wander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25780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awkward fingering for the instrument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5780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generates an unusual ornament choice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5780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Endings are unnatural at times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take: surprisingly idiomatic for a from-scratch model trained in a single project.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8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ceol-gpt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model weights, and the technical walkthrough: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889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</a:t>
            </a:r>
            <a:r>
              <a:rPr lang="en-US" sz="2200" b="1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200" b="1" dirty="0" err="1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andrewmcknight</a:t>
            </a:r>
            <a:r>
              <a:rPr lang="en-US" sz="2200" b="1" dirty="0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2200" b="1" dirty="0" err="1">
                <a:solidFill>
                  <a:srgbClr val="F5F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ceol-gpt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9FB1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 for watching.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288</Words>
  <Application>Microsoft Macintosh PowerPoint</Application>
  <PresentationFormat>On-screen Show (16:9)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ceol-gpt — demo</dc:title>
  <dc:subject>PptxGenJS Presentation</dc:subject>
  <dc:creator>Andrew McKnight</dc:creator>
  <cp:lastModifiedBy>Andrew McKnight</cp:lastModifiedBy>
  <cp:revision>2</cp:revision>
  <dcterms:created xsi:type="dcterms:W3CDTF">2026-04-26T22:55:37Z</dcterms:created>
  <dcterms:modified xsi:type="dcterms:W3CDTF">2026-04-26T22:59:55Z</dcterms:modified>
</cp:coreProperties>
</file>